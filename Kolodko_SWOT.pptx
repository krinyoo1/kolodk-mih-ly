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9214-2643-B359-16F5-049F40972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C459BE-7156-86F3-66F8-36F72FFAD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32AD4-6F3C-AE3A-BF6B-F3942F5BA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9596-D748-4CD8-B107-DE3ED7E53241}" type="datetimeFigureOut">
              <a:rPr lang="hu-HU" smtClean="0"/>
              <a:t>2025. 12. 15.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16A86-1FA3-94DA-FE9D-B1C5B343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0E3D8-53E9-1A5A-4E87-41E10255A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36CE-2D76-4D67-B80E-31F3813003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1155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DF2F6-7A6B-F1B9-EA8D-B1B3023F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1C4EF-045A-8604-05C0-2CB19B0F4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43B79-CCD4-770B-D654-3911732AD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9596-D748-4CD8-B107-DE3ED7E53241}" type="datetimeFigureOut">
              <a:rPr lang="hu-HU" smtClean="0"/>
              <a:t>2025. 12. 15.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3C52F-AE45-70D9-7FE4-5B04E7504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07ACF-1D6E-4ED0-8B91-1022F5A28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36CE-2D76-4D67-B80E-31F3813003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1222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0C7-6F7F-AFE6-17AF-A91F32A12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B6958-2FB1-C11E-A25E-5BD87BDEE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CAC89-2C37-D5EF-92CF-9AC3D3D4B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9596-D748-4CD8-B107-DE3ED7E53241}" type="datetimeFigureOut">
              <a:rPr lang="hu-HU" smtClean="0"/>
              <a:t>2025. 12. 15.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5BBB7-907B-4120-44DE-74F81739D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41836-EF23-CDC5-CEB2-E646F6C82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36CE-2D76-4D67-B80E-31F3813003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66802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6E7A6-D354-AF36-3901-3F5ED883A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E8A5E-4431-D8EC-33E9-B197CD242C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734BD-AE45-A80E-BFEF-1D64DD7EE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3A60F-3569-AF2B-DDA5-8F3E29DB1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9596-D748-4CD8-B107-DE3ED7E53241}" type="datetimeFigureOut">
              <a:rPr lang="hu-HU" smtClean="0"/>
              <a:t>2025. 12. 15.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B3317-9D43-3668-8C3C-867C557EE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3C021-4BAC-3257-B4B4-200077F2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36CE-2D76-4D67-B80E-31F3813003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897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E5BAA-9089-27A0-EB74-6D582A767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8C0E-D39C-46EA-1CC7-9D9F41AAA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80DBC-0706-03E7-FE35-228B1ACD6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9CD3E4-1B8E-B749-B158-2E6EAF9AFE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D9D4CF-1BCF-ACF5-7ED2-984CAA53A5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64B3CF-38E4-7512-80AC-8F2E41ECD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9596-D748-4CD8-B107-DE3ED7E53241}" type="datetimeFigureOut">
              <a:rPr lang="hu-HU" smtClean="0"/>
              <a:t>2025. 12. 15.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7D7D1C-372B-A482-1E52-52853E5DC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2E2820-4708-01D3-BC4D-0E5DEE0B4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36CE-2D76-4D67-B80E-31F3813003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1215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E40F2-0A42-67DA-D558-E546FDC91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0FD0C-93B7-43AE-91E9-E8342F0CC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9596-D748-4CD8-B107-DE3ED7E53241}" type="datetimeFigureOut">
              <a:rPr lang="hu-HU" smtClean="0"/>
              <a:t>2025. 12. 15.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D90A0E-B9DC-F8C0-E67F-4BAA7C14D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BF056-A9F9-BBEE-B338-22478467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36CE-2D76-4D67-B80E-31F3813003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5292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80758-29FA-E958-E2AD-C6F95A89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9596-D748-4CD8-B107-DE3ED7E53241}" type="datetimeFigureOut">
              <a:rPr lang="hu-HU" smtClean="0"/>
              <a:t>2025. 12. 15.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4DDEA-B529-DAB3-B965-5503312A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83385-AEE9-A3E7-E2DC-C35A5C32A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36CE-2D76-4D67-B80E-31F3813003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4478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64692-46D1-0CF3-360E-E7E78BDE0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72AF2-9CC5-04B8-FA9C-E1DEEFAC6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B04CE-0871-8E45-BF7B-A732AD303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A7CBE-E5AF-90AF-5D61-9A1B9534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9596-D748-4CD8-B107-DE3ED7E53241}" type="datetimeFigureOut">
              <a:rPr lang="hu-HU" smtClean="0"/>
              <a:t>2025. 12. 15.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B65E3-8130-5037-8517-0241E4443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A7306-E34A-A94E-3E23-1753AFECA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36CE-2D76-4D67-B80E-31F3813003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3240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E5A1E-F2C1-CA25-6527-E82504A15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4D7192-6EDD-DDB6-1CFE-D65F22D25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108BE-2ADD-F906-2C00-B3EF5A19D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92A9B-EF19-0B8F-47DD-9F2D9107A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9596-D748-4CD8-B107-DE3ED7E53241}" type="datetimeFigureOut">
              <a:rPr lang="hu-HU" smtClean="0"/>
              <a:t>2025. 12. 15.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1CE24-CE59-6C7B-6D23-8F96BEAD9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CA54F-C10A-6121-8463-6D5A490A3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36CE-2D76-4D67-B80E-31F3813003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48484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CC430-99E6-BCD4-4C0D-C49AF2955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CB43EA-E9B3-C5E9-150C-E66A6C8CB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269F3-2081-5761-4BDE-FCFF0FBF3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9596-D748-4CD8-B107-DE3ED7E53241}" type="datetimeFigureOut">
              <a:rPr lang="hu-HU" smtClean="0"/>
              <a:t>2025. 12. 15.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42C8D-19B3-758B-6977-FC71F1A11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59910-F2C4-4583-C10F-723A7AC6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36CE-2D76-4D67-B80E-31F3813003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43726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0A532F-382B-1102-A3BF-97DBE4D672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DB988-663B-1143-9219-A228D5E7C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1FF7A-6551-D799-A6B2-9A191DE4E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9596-D748-4CD8-B107-DE3ED7E53241}" type="datetimeFigureOut">
              <a:rPr lang="hu-HU" smtClean="0"/>
              <a:t>2025. 12. 15.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30DE8-EDB1-D692-23F2-5BB3AB0E4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EB555-21A9-15B3-A670-9AE3837B9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36CE-2D76-4D67-B80E-31F3813003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481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E20D12-0C29-4E78-5B76-C006D665C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EFBFB-F500-3A69-E171-E117392EA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1C451-777E-7D4D-EC84-FAD986A28D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39596-D748-4CD8-B107-DE3ED7E53241}" type="datetimeFigureOut">
              <a:rPr lang="hu-HU" smtClean="0"/>
              <a:t>2025. 12. 15.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DCC93-2452-A5EF-8B4B-EB8DAEFA5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D5015-01FD-3419-C38F-FD07A45FE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536CE-2D76-4D67-B80E-31F3813003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5187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AC22-97F0-0B4F-4C79-7C8E7AA7CD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611A9-578C-B44B-C6C6-3745109440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3E0179-FA39-C259-D7D2-F25E1CF8E3A2}"/>
              </a:ext>
            </a:extLst>
          </p:cNvPr>
          <p:cNvSpPr/>
          <p:nvPr/>
        </p:nvSpPr>
        <p:spPr>
          <a:xfrm>
            <a:off x="1058333" y="214314"/>
            <a:ext cx="4495800" cy="3142190"/>
          </a:xfrm>
          <a:prstGeom prst="roundRect">
            <a:avLst/>
          </a:prstGeom>
          <a:solidFill>
            <a:srgbClr val="008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EFBD62-FDCD-B9FC-2617-3F805F1C3972}"/>
              </a:ext>
            </a:extLst>
          </p:cNvPr>
          <p:cNvSpPr/>
          <p:nvPr/>
        </p:nvSpPr>
        <p:spPr>
          <a:xfrm>
            <a:off x="1058333" y="3602038"/>
            <a:ext cx="4495800" cy="314219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014052A-4BF6-602C-A963-450678DD4D98}"/>
              </a:ext>
            </a:extLst>
          </p:cNvPr>
          <p:cNvSpPr/>
          <p:nvPr/>
        </p:nvSpPr>
        <p:spPr>
          <a:xfrm>
            <a:off x="6426200" y="3602038"/>
            <a:ext cx="4495800" cy="3142190"/>
          </a:xfrm>
          <a:prstGeom prst="roundRect">
            <a:avLst/>
          </a:prstGeom>
          <a:solidFill>
            <a:srgbClr val="8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19AEBC8-D28F-106C-7188-95AFCF2CF867}"/>
              </a:ext>
            </a:extLst>
          </p:cNvPr>
          <p:cNvSpPr/>
          <p:nvPr/>
        </p:nvSpPr>
        <p:spPr>
          <a:xfrm>
            <a:off x="6426200" y="214314"/>
            <a:ext cx="4495800" cy="31421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5B004C-04D1-CC8D-B923-8A085F8B3EC4}"/>
              </a:ext>
            </a:extLst>
          </p:cNvPr>
          <p:cNvSpPr txBox="1"/>
          <p:nvPr/>
        </p:nvSpPr>
        <p:spPr>
          <a:xfrm>
            <a:off x="1735668" y="368440"/>
            <a:ext cx="345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Erősségek​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1A18E6-F751-9D78-2FE4-6B8B2CFBA08E}"/>
              </a:ext>
            </a:extLst>
          </p:cNvPr>
          <p:cNvSpPr txBox="1"/>
          <p:nvPr/>
        </p:nvSpPr>
        <p:spPr>
          <a:xfrm>
            <a:off x="1325034" y="3811726"/>
            <a:ext cx="4440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dirty="0">
                <a:solidFill>
                  <a:schemeClr val="bg1"/>
                </a:solidFill>
                <a:latin typeface="Arial Black" panose="020B0A04020102020204" pitchFamily="34" charset="0"/>
              </a:rPr>
              <a:t>Gyengeségek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84ABDA-E877-04A1-DA5A-98F61C25300D}"/>
              </a:ext>
            </a:extLst>
          </p:cNvPr>
          <p:cNvSpPr txBox="1"/>
          <p:nvPr/>
        </p:nvSpPr>
        <p:spPr>
          <a:xfrm>
            <a:off x="6798734" y="322402"/>
            <a:ext cx="41994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dirty="0">
                <a:solidFill>
                  <a:schemeClr val="bg1"/>
                </a:solidFill>
                <a:latin typeface="Arial Black" panose="020B0A04020102020204" pitchFamily="34" charset="0"/>
              </a:rPr>
              <a:t>Lehetőségek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89073D-B2DE-3ECA-A0ED-751C8725550B}"/>
              </a:ext>
            </a:extLst>
          </p:cNvPr>
          <p:cNvSpPr txBox="1"/>
          <p:nvPr/>
        </p:nvSpPr>
        <p:spPr>
          <a:xfrm>
            <a:off x="7128931" y="3811726"/>
            <a:ext cx="41994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dirty="0">
                <a:solidFill>
                  <a:schemeClr val="bg1"/>
                </a:solidFill>
                <a:latin typeface="Arial Black" panose="020B0A04020102020204" pitchFamily="34" charset="0"/>
              </a:rPr>
              <a:t>Veszélyek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8D55B4-F9B2-E9DB-80F0-7D7A0EF15C23}"/>
              </a:ext>
            </a:extLst>
          </p:cNvPr>
          <p:cNvSpPr txBox="1"/>
          <p:nvPr/>
        </p:nvSpPr>
        <p:spPr>
          <a:xfrm>
            <a:off x="1794936" y="1099081"/>
            <a:ext cx="39708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hu-HU" sz="2400" dirty="0">
                <a:solidFill>
                  <a:schemeClr val="bg1"/>
                </a:solidFill>
                <a:latin typeface="Arial Narrow" panose="020B0606020202030204" pitchFamily="34" charset="0"/>
              </a:rPr>
              <a:t>Jó csapatmunka</a:t>
            </a:r>
          </a:p>
          <a:p>
            <a:r>
              <a:rPr lang="hu-HU" sz="2400" dirty="0">
                <a:solidFill>
                  <a:schemeClr val="bg1"/>
                </a:solidFill>
                <a:latin typeface="Arial Narrow" panose="020B0606020202030204" pitchFamily="34" charset="0"/>
              </a:rPr>
              <a:t>- Mind hárman másban vagyunk jók</a:t>
            </a:r>
          </a:p>
          <a:p>
            <a:r>
              <a:rPr lang="hu-HU" sz="2400" dirty="0">
                <a:solidFill>
                  <a:schemeClr val="bg1"/>
                </a:solidFill>
                <a:latin typeface="Arial Narrow" panose="020B0606020202030204" pitchFamily="34" charset="0"/>
              </a:rPr>
              <a:t>- Könnyen kommunikálunk egymássa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9B85D6-A327-13E3-3D8D-CBF2CA1EB149}"/>
              </a:ext>
            </a:extLst>
          </p:cNvPr>
          <p:cNvSpPr txBox="1"/>
          <p:nvPr/>
        </p:nvSpPr>
        <p:spPr>
          <a:xfrm>
            <a:off x="6913035" y="1122363"/>
            <a:ext cx="39708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 Narrow" panose="020B0606020202030204" pitchFamily="34" charset="0"/>
              </a:rPr>
              <a:t>-Többet megtudni Budapestről</a:t>
            </a:r>
          </a:p>
          <a:p>
            <a:r>
              <a:rPr lang="hu-HU" sz="2400" dirty="0">
                <a:solidFill>
                  <a:schemeClr val="bg1"/>
                </a:solidFill>
                <a:latin typeface="Arial Narrow" panose="020B0606020202030204" pitchFamily="34" charset="0"/>
              </a:rPr>
              <a:t>-Csapatmunka fejlesztése</a:t>
            </a:r>
          </a:p>
          <a:p>
            <a:r>
              <a:rPr lang="hu-HU" sz="2400" dirty="0">
                <a:solidFill>
                  <a:schemeClr val="bg1"/>
                </a:solidFill>
                <a:latin typeface="Arial Narrow" panose="020B0606020202030204" pitchFamily="34" charset="0"/>
              </a:rPr>
              <a:t>-Tapasztalat szerzés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78D270-89AB-88FC-17F9-E96E23F5898E}"/>
              </a:ext>
            </a:extLst>
          </p:cNvPr>
          <p:cNvSpPr txBox="1"/>
          <p:nvPr/>
        </p:nvSpPr>
        <p:spPr>
          <a:xfrm>
            <a:off x="7001933" y="4588933"/>
            <a:ext cx="36660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 Narrow" panose="020B0606020202030204" pitchFamily="34" charset="0"/>
              </a:rPr>
              <a:t>-Rossz idő miatt tolódik a szobrok keresése</a:t>
            </a:r>
          </a:p>
          <a:p>
            <a:r>
              <a:rPr lang="hu-HU" sz="2400" dirty="0">
                <a:solidFill>
                  <a:schemeClr val="bg1"/>
                </a:solidFill>
                <a:latin typeface="Arial Narrow" panose="020B0606020202030204" pitchFamily="34" charset="0"/>
              </a:rPr>
              <a:t>-Technikai problémák (internet, fájl elvesztése)</a:t>
            </a:r>
          </a:p>
          <a:p>
            <a:r>
              <a:rPr lang="hu-HU" sz="2400" dirty="0">
                <a:solidFill>
                  <a:schemeClr val="bg1"/>
                </a:solidFill>
                <a:latin typeface="Arial Narrow" panose="020B0606020202030204" pitchFamily="34" charset="0"/>
              </a:rPr>
              <a:t>-Adott szobrot esetleg ellopták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265E90-1C53-008A-3A3F-0B093FACEE05}"/>
              </a:ext>
            </a:extLst>
          </p:cNvPr>
          <p:cNvSpPr txBox="1"/>
          <p:nvPr/>
        </p:nvSpPr>
        <p:spPr>
          <a:xfrm>
            <a:off x="1473199" y="4588933"/>
            <a:ext cx="36660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Arial Narrow" panose="020B0606020202030204" pitchFamily="34" charset="0"/>
              </a:rPr>
              <a:t>-Figyelmetlenség 	</a:t>
            </a:r>
          </a:p>
          <a:p>
            <a:r>
              <a:rPr lang="hu-HU" sz="2400" dirty="0">
                <a:solidFill>
                  <a:schemeClr val="bg1"/>
                </a:solidFill>
                <a:latin typeface="Arial Narrow" panose="020B0606020202030204" pitchFamily="34" charset="0"/>
              </a:rPr>
              <a:t>-Késői kezdés</a:t>
            </a:r>
          </a:p>
          <a:p>
            <a:r>
              <a:rPr lang="hu-HU" sz="2400" dirty="0">
                <a:solidFill>
                  <a:schemeClr val="bg1"/>
                </a:solidFill>
                <a:latin typeface="Arial Narrow" panose="020B0606020202030204" pitchFamily="34" charset="0"/>
              </a:rPr>
              <a:t>-Néha halogatjuk a feladatoka</a:t>
            </a:r>
          </a:p>
        </p:txBody>
      </p:sp>
    </p:spTree>
    <p:extLst>
      <p:ext uri="{BB962C8B-B14F-4D97-AF65-F5344CB8AC3E}">
        <p14:creationId xmlns:p14="http://schemas.microsoft.com/office/powerpoint/2010/main" val="2890286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00E242D4CB5B034B93A676667F0A89F7" ma:contentTypeVersion="0" ma:contentTypeDescription="Új dokumentum létrehozása." ma:contentTypeScope="" ma:versionID="4c3e5258f1964adcda8186164dc7ed5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73d2d1cd43dfb387b6a8facd88e60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AC664E-09B4-4959-81DB-18645B3CEEB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0E3E35A-E125-46A0-B65D-16C6E9CAF7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E51256-2318-49CE-9222-5398D8F75E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Szélesvásznú</PresentationFormat>
  <Paragraphs>16</Paragraphs>
  <Slides>1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2" baseType="lpstr">
      <vt:lpstr>Office Theme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Krisz .</dc:creator>
  <cp:lastModifiedBy>Krisz .</cp:lastModifiedBy>
  <cp:revision>2</cp:revision>
  <dcterms:created xsi:type="dcterms:W3CDTF">2025-12-15T15:56:30Z</dcterms:created>
  <dcterms:modified xsi:type="dcterms:W3CDTF">2025-12-15T22:20:19Z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0x01010000E242D4CB5B034B93A676667F0A89F7</vt:lpwstr>
  </property>
</Properties>
</file>