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EE9C-5C53-8F03-1C1E-20083F7ED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E582-E993-69A2-C2E6-45E7046D2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826CE-18E8-1E32-731C-002633A3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9C-FE22-AA5E-E766-7694226B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77BC9-1DBC-51A5-2127-9B0C7DB5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9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C58E-A540-E919-99D9-7E657584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62FF0-A8E1-0710-E30E-0BB539D34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DC7F2-3D35-8755-A64C-25C90790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7DF94-E7E2-BEF8-8E8F-70A3F30F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8848B-605E-69B5-2ED4-FD5367E8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8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36C7-AD47-3914-A127-4A930B01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3F963-787C-074F-BFD7-78A4E6E90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4D0A-E0D1-B040-0528-B64637AE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A81DD-A1AA-8081-3950-C859B5D6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F5EC-A156-2713-3394-BDF2F85C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9EF0-7829-EAFA-A3F5-B68E7CA4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C92A-8F98-18BE-6FB0-CCF8CDAB4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CD6FA-A310-5CCA-C520-90DB2966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A103F-54F8-D827-A7C4-83CA0545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874FE-072E-68D2-9FE3-4B7812E0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B545-5BE5-BA86-DACC-6FC07127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8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5F18-F992-8642-EE9B-DFC80D4BA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DF0CF-16F0-FFC9-E3D6-6FC578550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93D16-8B69-A3ED-A30D-D68683935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33FAB-8B62-A878-23F6-7AECB49B2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49112-E32A-88E9-FE7E-2ABF9BDA8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01A48-BD8E-21C9-E0C7-4FD29AB5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28A74-FB47-79A2-7431-9D3A3F5A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22929-EC00-7C3E-A342-77AE65D3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3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C648-510B-CFB6-234E-520AC9BC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62FB6-B966-A4DE-B1BB-ED5C184D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4D999-B39D-EE52-4860-6DCD3455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FFC02-F5CF-C2D0-46EB-983ACA11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CC875-EEC2-30A1-62F3-80216514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8AC63-A610-AD82-E44E-3F7DB6942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BF040-8877-BC2D-DEB2-F3C1709E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9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9CA4-E326-E215-BF99-CE17C571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B265-A48D-E10B-55B7-0257AE44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89D5-729C-9D6E-0154-2906E8328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DA157-9EA4-DC07-935B-99AF7006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D49E1-4729-377B-63C7-764323C1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CBB3C-855B-A039-9299-435DFB7C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7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0FA2-98A7-5159-93CB-72126549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A1F98-5856-92A2-34A9-3CC6D46B0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1113D-3038-7483-13F5-3B6E0FBEE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EA908-81BD-62A3-0824-2730CEAD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DFFF2-B5AB-4045-A857-63657370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1B4E9-FB9A-CB8D-EE15-60EDA582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0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B511-10AF-1F6D-C223-F445D2FE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28F83-8BD4-EAA6-F243-0B0BFC86E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69112-02CB-1BA5-9588-4297882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34B9-7D15-4E04-97EC-AC610FD7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552C-00C4-9B6D-250B-4E0A9C69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7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2AFC6-507F-D0C2-B178-0A596DD07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0DDCF-CEAE-41C3-5F79-6D6D35E73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1F8EC-C283-FA6F-CDA1-80BD86ED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BB26-97B8-2538-3D78-F32D1343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2F055-18DE-2EF8-0930-C13F41B6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190B8-11F4-7514-55F5-14DDFB4F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721DC-8334-7836-B7D5-19431CC61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AD7A-4150-4649-4DB7-4E04AB716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A620-D98D-4CD6-91B7-D876529A3E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5766-1125-D386-D268-FD559584C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EAB9-D78C-2DA0-B396-5CCEFFBF1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0CAA-BC0F-4135-902C-F62217FDE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F4E4F0-125C-CD5B-2CEA-0616F47710B7}"/>
              </a:ext>
            </a:extLst>
          </p:cNvPr>
          <p:cNvSpPr/>
          <p:nvPr/>
        </p:nvSpPr>
        <p:spPr>
          <a:xfrm>
            <a:off x="244055" y="179312"/>
            <a:ext cx="6145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Jakabfi Kristóf Gábor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4FA39-84F1-5CF9-6476-3C5F05468F61}"/>
              </a:ext>
            </a:extLst>
          </p:cNvPr>
          <p:cNvSpPr/>
          <p:nvPr/>
        </p:nvSpPr>
        <p:spPr>
          <a:xfrm>
            <a:off x="1027546" y="1004030"/>
            <a:ext cx="5561513" cy="29854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SWOT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- 2 Nevezetesség, 4 szobor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Kolodkó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Mihály ismertető weblap, és a hozzá illő drótváz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B1B4B-81E8-A23F-9F56-F731C8596B15}"/>
              </a:ext>
            </a:extLst>
          </p:cNvPr>
          <p:cNvSpPr/>
          <p:nvPr/>
        </p:nvSpPr>
        <p:spPr>
          <a:xfrm>
            <a:off x="6702205" y="1004030"/>
            <a:ext cx="556151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Sok információ Kolodkó Mihályról</a:t>
            </a:r>
          </a:p>
          <a:p>
            <a:r>
              <a:rPr lang="hu-HU" sz="2800" b="0" cap="none" spc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Github 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és Git használat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Budapest szépségeiről rengeteg információt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Jobban közlekedni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Wireframe használat</a:t>
            </a:r>
          </a:p>
        </p:txBody>
      </p:sp>
    </p:spTree>
    <p:extLst>
      <p:ext uri="{BB962C8B-B14F-4D97-AF65-F5344CB8AC3E}">
        <p14:creationId xmlns:p14="http://schemas.microsoft.com/office/powerpoint/2010/main" val="86015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3A6B-A3FA-31F3-5F5B-042E4723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1B9DD9-0127-CE03-4466-49B49A29F015}"/>
              </a:ext>
            </a:extLst>
          </p:cNvPr>
          <p:cNvSpPr/>
          <p:nvPr/>
        </p:nvSpPr>
        <p:spPr>
          <a:xfrm>
            <a:off x="244055" y="179312"/>
            <a:ext cx="5210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Krinyák Benjámin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46ABF-BC7C-BF5A-7BE6-DE7632068600}"/>
              </a:ext>
            </a:extLst>
          </p:cNvPr>
          <p:cNvSpPr/>
          <p:nvPr/>
        </p:nvSpPr>
        <p:spPr>
          <a:xfrm>
            <a:off x="1027546" y="1004030"/>
            <a:ext cx="5561513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Gantt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-diagram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- 4 szobor ismertetőjének, és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Kolodkó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Mihály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Weboldal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Landing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szobrok mellékoldal, és a drótvázak hozzá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repository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5480D-6F60-958D-79E9-A12116FD1268}"/>
              </a:ext>
            </a:extLst>
          </p:cNvPr>
          <p:cNvSpPr/>
          <p:nvPr/>
        </p:nvSpPr>
        <p:spPr>
          <a:xfrm>
            <a:off x="6702205" y="1004030"/>
            <a:ext cx="5561513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Wireframe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tapasztalatot szereztem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Tapasztalat, és ismeretek bővítése a weboldal fejlesztésben</a:t>
            </a:r>
          </a:p>
          <a:p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Esszék írásában, tagolásában tapasztalat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és </a:t>
            </a:r>
            <a:r>
              <a:rPr lang="hu-HU" sz="2800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jobb megismerése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658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6760-23C2-FBAF-E253-B917E77C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13BAD-D813-074C-6CB9-1DAE48A412CD}"/>
              </a:ext>
            </a:extLst>
          </p:cNvPr>
          <p:cNvSpPr/>
          <p:nvPr/>
        </p:nvSpPr>
        <p:spPr>
          <a:xfrm>
            <a:off x="244055" y="179312"/>
            <a:ext cx="56354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hu-HU" sz="5400" b="1" cap="none" spc="0" dirty="0" err="1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Póhr</a:t>
            </a:r>
            <a:r>
              <a:rPr lang="hu-HU" sz="5400" b="1" cap="none" spc="0" dirty="0">
                <a:ln w="13462">
                  <a:solidFill>
                    <a:schemeClr val="bg2"/>
                  </a:solidFill>
                  <a:prstDash val="solid"/>
                </a:ln>
                <a:solidFill>
                  <a:schemeClr val="tx2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Martin Zoltán</a:t>
            </a:r>
            <a:endParaRPr lang="en-US" sz="5400" b="1" cap="none" spc="0" dirty="0">
              <a:ln w="13462">
                <a:solidFill>
                  <a:schemeClr val="bg2"/>
                </a:solidFill>
                <a:prstDash val="solid"/>
              </a:ln>
              <a:solidFill>
                <a:schemeClr val="tx2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3822D-B796-A97A-92EF-795C94EDFC08}"/>
              </a:ext>
            </a:extLst>
          </p:cNvPr>
          <p:cNvSpPr/>
          <p:nvPr/>
        </p:nvSpPr>
        <p:spPr>
          <a:xfrm>
            <a:off x="1027546" y="1004030"/>
            <a:ext cx="5561513" cy="29854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Feladatok: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Túraútvonal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- 6 nevezetesség ismertetőjének az elkészítése</a:t>
            </a:r>
            <a:b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Weboldalnak a Túristatérkép mellékoldala, és a drótváz hozzá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8C813-44A5-2D2D-0150-8F3CD585553F}"/>
              </a:ext>
            </a:extLst>
          </p:cNvPr>
          <p:cNvSpPr/>
          <p:nvPr/>
        </p:nvSpPr>
        <p:spPr>
          <a:xfrm>
            <a:off x="6702205" y="1004030"/>
            <a:ext cx="5561513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 tanultam:</a:t>
            </a:r>
            <a:br>
              <a:rPr lang="hu-HU" sz="4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   Css animációk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Útvonal tervezést</a:t>
            </a:r>
          </a:p>
          <a:p>
            <a:pPr marL="457200" indent="-457200">
              <a:buFontTx/>
              <a:buChar char="-"/>
            </a:pPr>
            <a:r>
              <a:rPr lang="hu-HU" sz="2800" b="0" cap="none" spc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Informáci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ó Kolodkórol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Githubot és gitet jobban kezelni</a:t>
            </a:r>
          </a:p>
          <a:p>
            <a:pPr marL="457200" indent="-457200">
              <a:buFontTx/>
              <a:buChar char="-"/>
            </a:pPr>
            <a:r>
              <a:rPr lang="hu-HU" sz="2800" b="0" cap="none" spc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Google térkép csinálás </a:t>
            </a:r>
            <a:r>
              <a:rPr lang="hu-HU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és beszúrás</a:t>
            </a:r>
          </a:p>
          <a:p>
            <a:pPr marL="457200" indent="-457200">
              <a:buFontTx/>
              <a:buChar char="-"/>
            </a:pPr>
            <a:r>
              <a:rPr lang="hu-HU" sz="2800" b="0" cap="none" spc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Informácio sok nevezetességekről</a:t>
            </a:r>
            <a:endParaRPr lang="en-US" sz="2800" b="0" cap="none" spc="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56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171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Krinyák Benjámin</dc:creator>
  <cp:lastModifiedBy>Krisz .</cp:lastModifiedBy>
  <cp:revision>2</cp:revision>
  <dcterms:created xsi:type="dcterms:W3CDTF">2026-01-12T14:56:17Z</dcterms:created>
  <dcterms:modified xsi:type="dcterms:W3CDTF">2026-01-13T02:30:12Z</dcterms:modified>
</cp:coreProperties>
</file>